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Félévzáró Érdemjegy Kialakítása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Pontelosztás és követelmények – 2025/26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Pontelosztás áttekintése (100 pont)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Elméleti ZH (13. hét): 50 pont</a:t>
            </a:r>
          </a:p>
          <a:p/>
          <a:p>
            <a:r>
              <a:t>Labor összesen: 50 pont</a:t>
            </a:r>
          </a:p>
          <a:p>
            <a:r>
              <a:t>• 1. labor ZH (7. hét): 10 pont</a:t>
            </a:r>
          </a:p>
          <a:p>
            <a:r>
              <a:t>• Projekt (12–13. hét): 10 pont</a:t>
            </a:r>
          </a:p>
          <a:p>
            <a:r>
              <a:t>• 2. labor ZH (13. hét): 10 pont</a:t>
            </a:r>
          </a:p>
          <a:p>
            <a:r>
              <a:t>• Jelenlét: 20 pont</a:t>
            </a:r>
          </a:p>
          <a:p/>
          <a:p>
            <a:r>
              <a:t>Maximum: 100 pont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 rész részletesen (50 pont)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1️⃣ 1. Labor ZH (Moodle teszt) – 7. hét – 10 pont</a:t>
            </a:r>
          </a:p>
          <a:p/>
          <a:p>
            <a:r>
              <a:t>2️⃣ Labor projekt beadás + bemutatás – 12–13. hét – 10 pont</a:t>
            </a:r>
          </a:p>
          <a:p/>
          <a:p>
            <a:r>
              <a:t>3️⃣ 2. Labor ZH (Moodle teszt) – 13. hét – 10 pont</a:t>
            </a:r>
          </a:p>
          <a:p/>
          <a:p>
            <a:r>
              <a:t>4️⃣ Jelenlét – Egész félév – 20 pont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Fontos Szabály – Hiányzás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⚠ 30%-nál több igazolatlan hiányzás esetén:</a:t>
            </a:r>
          </a:p>
          <a:p/>
          <a:p>
            <a:r>
              <a:t>❌ Letiltás jár</a:t>
            </a:r>
          </a:p>
          <a:p/>
          <a:p>
            <a:r>
              <a:t>Ebben az esetben nem adható félévzáró jegy.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Vizuális összefoglaló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27432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Elmélet</a:t>
            </a:r>
          </a:p>
          <a:p>
            <a:r>
              <a:t>50 pont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828800"/>
            <a:ext cx="27432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Labor</a:t>
            </a:r>
          </a:p>
          <a:p>
            <a:r>
              <a:t>50 pont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
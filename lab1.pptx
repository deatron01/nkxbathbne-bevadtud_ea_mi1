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7" r:id="rId3"/>
    <p:sldId id="268" r:id="rId4"/>
    <p:sldId id="269" r:id="rId5"/>
    <p:sldId id="27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2282-2BF3-0422-717C-A30782B28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0EA9D-A6B2-9CF1-DBB2-5D0501151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66AF4-D8A3-2D36-4F3F-7C811F4BF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98A6F-ECD7-8FDA-1ED7-908D53DF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2648A-1101-85E4-3F26-DF7EBF98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71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3629-1BAE-99FC-8DEE-EF8B6B31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D2108-95C7-4B04-FB8A-2AFA49B3A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0F213-4D58-1DDE-E8D5-956D25D3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5905B-1906-F582-99AD-BE7315D7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1C001-E706-A05D-D96C-E34B6BF9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4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6E23-C4A8-0FE4-08BF-E058F88E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2F9C9-74FC-E2AA-38F2-B04A5604B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EB2C0-6208-C610-8406-BE2EB33F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D536-1D2C-4DDF-6EC4-6B9BD340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292D0-B21C-F84D-F3CD-812D8685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9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A3D0D-BDE2-67AB-9150-A5466ABF6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AD130-D1B6-0127-8D8B-2015F69EF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7981C-C82C-CC38-61AF-2AF09E59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D04E7-1E53-176D-D2A2-14CFC54BE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D0CEF-6869-B63A-F2D6-3EBE9621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A42FD-8EBB-4208-97CC-5D056A31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53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5DE40-B53F-166F-CCCE-F5AA8497A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EAB4C-4164-D2C0-1CD9-1F169B943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AC76B-5562-A98A-B2BC-20FDCC2A1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3D136-1B38-F655-F0C5-CA0486594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C4EEE5-C8F0-1090-3105-795E69526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40E7DB-F90A-0D1F-89D1-4F6A10F6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397C4-D65A-E2F2-5B0E-636DD77CB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6F217B-F274-A3BE-C61B-0DDF9CB4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26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7A3D-1E5D-1BDC-9FE4-218C5DEF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D0336-0C02-AA49-5C2F-99AA25B02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F53D1-A01F-9CF0-1671-DD96B381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E8880-4861-F7C3-F93F-A2415CBF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36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4F67F8-F52F-F72D-6E9A-8DFB6D1D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C2A75-D7BF-F0D8-71E8-E8D38610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3E3F0-7921-4A4E-3A40-45602B87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2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6D8F-A948-807D-1B69-DFA4DDD77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11E4A-3EF6-1EA3-B1E3-BAB62FEBC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D0188-A68F-B6B0-A7A3-860342F31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3E544-C06C-89D6-CDE2-FAB1DAC66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FF737-A81D-288E-4CA3-A4C16BD2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8EC2E-DE99-6786-6552-FAF5BB98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45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1ED97-992F-BFEA-3E2B-3AF2C9154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202B19-DDF6-8D49-8906-D27DE49DA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CDE0D-D4A9-D667-4F9D-F86DF9F19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298FA-2E0E-64BA-E2D8-27FE7237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A0869-51BB-616D-F812-2B8D7B20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0E254-6143-EDF3-3741-E0EF5BC6F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6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72C95-AFB1-63F6-1B0D-1A156915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384CB-F6BC-A979-628E-942C6DA9B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5FEDB-587F-8871-53E3-281BB894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84C39-4957-1FE6-A34E-C034A3AAC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B2CAB-3DED-AE18-5664-19D849E48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70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9708C-32F9-1B0E-80FE-1BA46C844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5CF24-1F0E-4017-C44C-8F524C08F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0E03A-FBE1-38F7-4BCF-CA490D88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26AAD-8DE6-0F39-8D6A-003EE3FB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BD3A6-DCF3-F5A2-A2B3-9F3CA852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89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13209-6E36-0CE3-5A19-50790E55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A84E7-9578-B320-8745-144652EEF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7D38A-5A78-4B8D-BCDC-0C722F7A3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989E0-FD27-4792-AF07-5D88368848AB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9B634-211B-4D68-D940-CDCFC71A9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C11EA-81E9-B09E-6341-DFE674B4A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17698E-69C5-40D1-B989-C8A679C77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96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hannel/UCe5mqYc_N0jLyFmFSNjbfag/join" TargetMode="External"/><Relationship Id="rId2" Type="http://schemas.openxmlformats.org/officeDocument/2006/relationships/hyperlink" Target="https://aalwahab.web.elte.hu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2.mtmt.hu/gui2/?mode=search&amp;query=publication;labelOrMtid;eq;alwahab%20" TargetMode="External"/><Relationship Id="rId5" Type="http://schemas.openxmlformats.org/officeDocument/2006/relationships/image" Target="../media/image7.jpeg"/><Relationship Id="rId4" Type="http://schemas.openxmlformats.org/officeDocument/2006/relationships/hyperlink" Target="https://www.linkedin.com/in/dr-dhulfiqar-zolt%C3%A1n-a41a8a159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A52C950-F001-5947-7B12-9F4BAC076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364" y="4933941"/>
            <a:ext cx="1936576" cy="1936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AA8E36-1BA0-051E-ED35-9527551D5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7677" y="1256795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 err="1"/>
              <a:t>Bevezetés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adattudományba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28655-14E5-2FBD-46E0-818556080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7677" y="364439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Dr. </a:t>
            </a:r>
            <a:r>
              <a:rPr lang="en-US" dirty="0" err="1"/>
              <a:t>Alwahab</a:t>
            </a:r>
            <a:r>
              <a:rPr lang="en-US" dirty="0"/>
              <a:t> Dhulfiqar Zoltan</a:t>
            </a:r>
          </a:p>
          <a:p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Review Python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D8BF9-055D-CAE8-EB1C-5ABEECC1238B}"/>
              </a:ext>
            </a:extLst>
          </p:cNvPr>
          <p:cNvSpPr txBox="1"/>
          <p:nvPr/>
        </p:nvSpPr>
        <p:spPr>
          <a:xfrm>
            <a:off x="5581051" y="4472276"/>
            <a:ext cx="1029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Lab- 1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DF4C3F-F372-F731-861F-9A7BD2CC0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350" y="154853"/>
            <a:ext cx="2987299" cy="723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464FA8-E192-D105-4103-6688A4120C6A}"/>
              </a:ext>
            </a:extLst>
          </p:cNvPr>
          <p:cNvSpPr txBox="1"/>
          <p:nvPr/>
        </p:nvSpPr>
        <p:spPr>
          <a:xfrm>
            <a:off x="954157" y="4472276"/>
            <a:ext cx="32140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you will learn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Get to know each other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Take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e Python challenge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CB5BC-472E-0802-6865-C35D2EAD6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4069"/>
            <a:ext cx="4906297" cy="1341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B546E1-A499-FFDB-E715-A8B293EF30F7}"/>
              </a:ext>
            </a:extLst>
          </p:cNvPr>
          <p:cNvSpPr txBox="1"/>
          <p:nvPr/>
        </p:nvSpPr>
        <p:spPr>
          <a:xfrm>
            <a:off x="4497317" y="39182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alwahab.zoltan@nik.uni-obuda.hu</a:t>
            </a:r>
          </a:p>
        </p:txBody>
      </p:sp>
      <p:pic>
        <p:nvPicPr>
          <p:cNvPr id="2050" name="Picture 2" descr="Developing IT Professionals &amp; Network Solutions - Network Development Group">
            <a:extLst>
              <a:ext uri="{FF2B5EF4-FFF2-40B4-BE49-F238E27FC236}">
                <a16:creationId xmlns:a16="http://schemas.microsoft.com/office/drawing/2014/main" id="{1B590EDC-F7BA-D321-D511-F0BE1F7E1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5709259"/>
            <a:ext cx="3262621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24518B-C317-60C8-CF97-46E4FF9E41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0725" y="5574040"/>
            <a:ext cx="3038475" cy="1210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171E58-207B-4AC9-D9CC-A9FD620358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011" y="136550"/>
            <a:ext cx="2847975" cy="117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1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0D8E-3927-81EF-5941-3988B1A09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7BCB20-DE1D-1EDA-7265-170BA37DBC88}"/>
              </a:ext>
            </a:extLst>
          </p:cNvPr>
          <p:cNvSpPr/>
          <p:nvPr/>
        </p:nvSpPr>
        <p:spPr>
          <a:xfrm>
            <a:off x="22879" y="152400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Instructor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Dr. Aalwahab Zoltan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927252-9CE9-3AB4-2FC6-AB9C4AB7D058}"/>
              </a:ext>
            </a:extLst>
          </p:cNvPr>
          <p:cNvSpPr/>
          <p:nvPr/>
        </p:nvSpPr>
        <p:spPr>
          <a:xfrm>
            <a:off x="0" y="3962400"/>
            <a:ext cx="5240148" cy="215443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badi" panose="020F0502020204030204" pitchFamily="34" charset="0"/>
                <a:ea typeface="+mn-ea"/>
                <a:cs typeface="+mn-cs"/>
              </a:rPr>
              <a:t>Wevsite</a:t>
            </a:r>
            <a:r>
              <a:rPr kumimoji="0" lang="en-US" sz="1600" b="1" i="0" u="none" strike="noStrike" kern="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badi" panose="020F0502020204030204" pitchFamily="34" charset="0"/>
                <a:ea typeface="+mn-ea"/>
                <a:cs typeface="+mn-cs"/>
              </a:rPr>
              <a:t> :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badi" panose="020F0502020204030204" pitchFamily="34" charset="0"/>
                <a:ea typeface="+mn-ea"/>
                <a:cs typeface="+mn-cs"/>
                <a:hlinkClick r:id="rId2"/>
              </a:rPr>
              <a:t>Home )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bad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badi" panose="020F0502020204030204" pitchFamily="34" charset="0"/>
                <a:ea typeface="+mn-ea"/>
                <a:cs typeface="+mn-cs"/>
              </a:rPr>
              <a:t>YouTube: </a:t>
            </a:r>
            <a:r>
              <a:rPr kumimoji="0" lang="en-US" sz="1600" b="1" i="0" u="none" strike="noStrike" kern="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badi" panose="020F0502020204030204" pitchFamily="34" charset="0"/>
                <a:ea typeface="+mn-ea"/>
                <a:cs typeface="+mn-cs"/>
                <a:hlinkClick r:id="rId3"/>
              </a:rPr>
              <a:t>Link</a:t>
            </a:r>
            <a:endParaRPr kumimoji="0" lang="en-US" sz="1600" b="1" i="0" u="none" strike="noStrike" kern="0" cap="none" spc="0" normalizeH="0" baseline="0" noProof="0" dirty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bad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err="1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badi" panose="020F0502020204030204" pitchFamily="34" charset="0"/>
                <a:ea typeface="+mn-ea"/>
                <a:cs typeface="+mn-cs"/>
              </a:rPr>
              <a:t>Linkedlin</a:t>
            </a:r>
            <a:r>
              <a:rPr kumimoji="0" lang="en-US" sz="1600" b="1" i="0" u="none" strike="noStrike" kern="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badi" panose="020F0502020204030204" pitchFamily="34" charset="0"/>
                <a:ea typeface="+mn-ea"/>
                <a:cs typeface="+mn-cs"/>
              </a:rPr>
              <a:t>: </a:t>
            </a:r>
            <a:r>
              <a:rPr kumimoji="0" lang="en-US" sz="1600" b="1" i="0" u="none" strike="noStrike" kern="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badi" panose="020F0502020204030204" pitchFamily="34" charset="0"/>
                <a:ea typeface="+mn-ea"/>
                <a:cs typeface="+mn-cs"/>
                <a:hlinkClick r:id="rId4"/>
              </a:rPr>
              <a:t>Link</a:t>
            </a:r>
            <a:endParaRPr kumimoji="0" lang="en-US" sz="1600" b="1" i="0" u="none" strike="noStrike" kern="0" cap="none" spc="0" normalizeH="0" baseline="0" noProof="0" dirty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bad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Obuda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University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John von Neumann Faculty of Informatics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Cyber-physical Systems Institute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 descr="A person taking a selfie&#10;&#10;Description automatically generated">
            <a:extLst>
              <a:ext uri="{FF2B5EF4-FFF2-40B4-BE49-F238E27FC236}">
                <a16:creationId xmlns:a16="http://schemas.microsoft.com/office/drawing/2014/main" id="{7428EBE4-C291-77EF-86C3-88CC81DA21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76200"/>
            <a:ext cx="5029200" cy="6629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7C10AA1-628C-AA48-F60E-FA0036386F10}"/>
              </a:ext>
            </a:extLst>
          </p:cNvPr>
          <p:cNvSpPr txBox="1"/>
          <p:nvPr/>
        </p:nvSpPr>
        <p:spPr>
          <a:xfrm>
            <a:off x="76200" y="1438042"/>
            <a:ext cx="68756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PhD in Computer Networks and Information Systems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 Cisco accredited instructor (DevOps, Network Security,  Linux, Python, CCNA, CCNP.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uawei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academy instructor.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AWS academy instructor.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IC3 instructor accredited form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Certiport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Researcher on Edge computing, 5G.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Publications: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/>
              </a:rPr>
              <a:t>Link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230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2EC5A-CDFD-A8EB-A8F4-0654BE7C8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the Python challenge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E5AC7-A478-0B05-CF8C-BCA2830F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hu-HU" b="1" dirty="0"/>
              <a:t>Miért fontos a Python az adattudományban?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Egyszerű szintaxis, gyors tanulhatóság</a:t>
            </a:r>
            <a:r>
              <a:rPr lang="hu-HU" dirty="0"/>
              <a:t> → könnyen elsajátítható kezdőknek és profiknak egyaránt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Gazdag könyvtárak</a:t>
            </a:r>
            <a:r>
              <a:rPr lang="hu-HU" dirty="0"/>
              <a:t> → pl. </a:t>
            </a:r>
            <a:r>
              <a:rPr lang="hu-HU" i="1" dirty="0"/>
              <a:t>NumPy, Pandas, Matplotlib, Scikit-learn, TensorFlow</a:t>
            </a:r>
            <a:endParaRPr lang="hu-HU" dirty="0"/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Nagy közösség és támogatás</a:t>
            </a:r>
            <a:r>
              <a:rPr lang="hu-HU" dirty="0"/>
              <a:t> → rengeteg dokumentáció, fórum és nyílt forráskódú eszköz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Integráció</a:t>
            </a:r>
            <a:r>
              <a:rPr lang="hu-HU" dirty="0"/>
              <a:t> → jól működik SQL adatbázisokkal, big data platformokkal és felhőszolgáltatásokkal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Prototípusból produkció</a:t>
            </a:r>
            <a:r>
              <a:rPr lang="hu-HU" dirty="0"/>
              <a:t> → gyors kísérletezés után skálázható rendszerek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914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E582-F686-754F-9AFC-5C335C78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Lépések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58164-F15D-1CE9-D3BE-50113990E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Letöltés</a:t>
            </a:r>
            <a:endParaRPr lang="en-US" dirty="0"/>
          </a:p>
          <a:p>
            <a:pPr lvl="1"/>
            <a:r>
              <a:rPr lang="en-US" dirty="0" err="1"/>
              <a:t>Nyisd</a:t>
            </a:r>
            <a:r>
              <a:rPr lang="en-US" dirty="0"/>
              <a:t> meg a </a:t>
            </a:r>
            <a:r>
              <a:rPr lang="en-US" b="1" dirty="0"/>
              <a:t>Moodle → Week-1</a:t>
            </a:r>
            <a:r>
              <a:rPr lang="en-US" dirty="0"/>
              <a:t> </a:t>
            </a:r>
            <a:r>
              <a:rPr lang="en-US" dirty="0" err="1"/>
              <a:t>részt</a:t>
            </a:r>
            <a:endParaRPr lang="en-US" dirty="0"/>
          </a:p>
          <a:p>
            <a:pPr lvl="1"/>
            <a:r>
              <a:rPr lang="en-US" dirty="0" err="1"/>
              <a:t>Töltsd</a:t>
            </a:r>
            <a:r>
              <a:rPr lang="en-US" dirty="0"/>
              <a:t> le a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r>
              <a:rPr lang="en-US" dirty="0" err="1"/>
              <a:t>fájlt</a:t>
            </a:r>
            <a:r>
              <a:rPr lang="en-US" dirty="0"/>
              <a:t> (.</a:t>
            </a:r>
            <a:r>
              <a:rPr lang="en-US" dirty="0" err="1"/>
              <a:t>ipynb</a:t>
            </a:r>
            <a:r>
              <a:rPr lang="en-US" dirty="0"/>
              <a:t>)</a:t>
            </a:r>
          </a:p>
          <a:p>
            <a:r>
              <a:rPr lang="en-US" b="1" dirty="0" err="1"/>
              <a:t>Feltöltés</a:t>
            </a:r>
            <a:r>
              <a:rPr lang="en-US" b="1" dirty="0"/>
              <a:t> Google </a:t>
            </a:r>
            <a:r>
              <a:rPr lang="en-US" b="1" dirty="0" err="1"/>
              <a:t>Colab-ba</a:t>
            </a:r>
            <a:endParaRPr lang="en-US" dirty="0"/>
          </a:p>
          <a:p>
            <a:pPr lvl="1"/>
            <a:r>
              <a:rPr lang="en-US" dirty="0" err="1"/>
              <a:t>Nyisd</a:t>
            </a:r>
            <a:r>
              <a:rPr lang="en-US" dirty="0"/>
              <a:t> meg a Google </a:t>
            </a:r>
            <a:r>
              <a:rPr lang="en-US" dirty="0" err="1"/>
              <a:t>Colab</a:t>
            </a:r>
            <a:r>
              <a:rPr lang="en-US" dirty="0"/>
              <a:t> </a:t>
            </a:r>
            <a:r>
              <a:rPr lang="en-US" dirty="0" err="1"/>
              <a:t>oldalt</a:t>
            </a:r>
            <a:endParaRPr lang="en-US" dirty="0"/>
          </a:p>
          <a:p>
            <a:pPr lvl="1"/>
            <a:r>
              <a:rPr lang="en-US" dirty="0" err="1"/>
              <a:t>Kattints</a:t>
            </a:r>
            <a:r>
              <a:rPr lang="en-US" dirty="0"/>
              <a:t> a </a:t>
            </a:r>
            <a:r>
              <a:rPr lang="en-US" b="1" dirty="0" err="1"/>
              <a:t>Fájl</a:t>
            </a:r>
            <a:r>
              <a:rPr lang="en-US" b="1" dirty="0"/>
              <a:t> → </a:t>
            </a:r>
            <a:r>
              <a:rPr lang="en-US" b="1" dirty="0" err="1"/>
              <a:t>Jegyzetfeltöltés</a:t>
            </a:r>
            <a:r>
              <a:rPr lang="en-US" dirty="0"/>
              <a:t> </a:t>
            </a:r>
            <a:r>
              <a:rPr lang="en-US" dirty="0" err="1"/>
              <a:t>menüpontra</a:t>
            </a:r>
            <a:endParaRPr lang="en-US" dirty="0"/>
          </a:p>
          <a:p>
            <a:pPr lvl="1"/>
            <a:r>
              <a:rPr lang="en-US" dirty="0" err="1"/>
              <a:t>Válaszd</a:t>
            </a:r>
            <a:r>
              <a:rPr lang="en-US" dirty="0"/>
              <a:t> ki a </a:t>
            </a:r>
            <a:r>
              <a:rPr lang="en-US" dirty="0" err="1"/>
              <a:t>letöltött</a:t>
            </a:r>
            <a:r>
              <a:rPr lang="en-US" dirty="0"/>
              <a:t> .</a:t>
            </a:r>
            <a:r>
              <a:rPr lang="en-US" dirty="0" err="1"/>
              <a:t>ipynb</a:t>
            </a:r>
            <a:r>
              <a:rPr lang="en-US" dirty="0"/>
              <a:t> </a:t>
            </a:r>
            <a:r>
              <a:rPr lang="en-US" dirty="0" err="1"/>
              <a:t>fájlt</a:t>
            </a:r>
            <a:endParaRPr lang="en-US" dirty="0"/>
          </a:p>
          <a:p>
            <a:r>
              <a:rPr lang="en-US" b="1" dirty="0" err="1"/>
              <a:t>Feladatok</a:t>
            </a:r>
            <a:r>
              <a:rPr lang="en-US" b="1" dirty="0"/>
              <a:t> </a:t>
            </a:r>
            <a:r>
              <a:rPr lang="en-US" b="1" dirty="0" err="1"/>
              <a:t>megoldása</a:t>
            </a:r>
            <a:endParaRPr lang="en-US" dirty="0"/>
          </a:p>
          <a:p>
            <a:pPr lvl="1"/>
            <a:r>
              <a:rPr lang="en-US" dirty="0" err="1"/>
              <a:t>Lépésről</a:t>
            </a:r>
            <a:r>
              <a:rPr lang="en-US" dirty="0"/>
              <a:t> </a:t>
            </a:r>
            <a:r>
              <a:rPr lang="en-US" dirty="0" err="1"/>
              <a:t>lépésre</a:t>
            </a:r>
            <a:r>
              <a:rPr lang="en-US" dirty="0"/>
              <a:t> </a:t>
            </a:r>
            <a:r>
              <a:rPr lang="en-US" dirty="0" err="1"/>
              <a:t>dolgozd</a:t>
            </a:r>
            <a:r>
              <a:rPr lang="en-US" dirty="0"/>
              <a:t> </a:t>
            </a:r>
            <a:r>
              <a:rPr lang="en-US" dirty="0" err="1"/>
              <a:t>végig</a:t>
            </a:r>
            <a:r>
              <a:rPr lang="en-US" dirty="0"/>
              <a:t> a </a:t>
            </a:r>
            <a:r>
              <a:rPr lang="en-US" dirty="0" err="1"/>
              <a:t>feladatokat</a:t>
            </a:r>
            <a:r>
              <a:rPr lang="en-US" dirty="0"/>
              <a:t> </a:t>
            </a:r>
            <a:r>
              <a:rPr lang="en-US" dirty="0" err="1"/>
              <a:t>Colab</a:t>
            </a:r>
            <a:r>
              <a:rPr lang="en-US" dirty="0"/>
              <a:t>-ban</a:t>
            </a:r>
          </a:p>
          <a:p>
            <a:pPr lvl="1"/>
            <a:r>
              <a:rPr lang="en-US" dirty="0" err="1"/>
              <a:t>Futtasd</a:t>
            </a:r>
            <a:r>
              <a:rPr lang="en-US" dirty="0"/>
              <a:t> a </a:t>
            </a:r>
            <a:r>
              <a:rPr lang="en-US" dirty="0" err="1"/>
              <a:t>cellákat</a:t>
            </a:r>
            <a:r>
              <a:rPr lang="en-US" dirty="0"/>
              <a:t>, </a:t>
            </a:r>
            <a:r>
              <a:rPr lang="en-US" dirty="0" err="1"/>
              <a:t>módosítsd</a:t>
            </a:r>
            <a:r>
              <a:rPr lang="en-US" dirty="0"/>
              <a:t> a </a:t>
            </a:r>
            <a:r>
              <a:rPr lang="en-US" dirty="0" err="1"/>
              <a:t>kódot</a:t>
            </a:r>
            <a:r>
              <a:rPr lang="en-US" dirty="0"/>
              <a:t>,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oldd</a:t>
            </a:r>
            <a:r>
              <a:rPr lang="en-US" dirty="0"/>
              <a:t> meg a </a:t>
            </a:r>
            <a:r>
              <a:rPr lang="en-US" dirty="0" err="1"/>
              <a:t>gyakorlatokat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44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7471C-F9B0-2281-41AA-82830E843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 err="1"/>
              <a:t>Köszönöm</a:t>
            </a:r>
            <a:r>
              <a:rPr lang="en-US" b="1" dirty="0"/>
              <a:t> a </a:t>
            </a:r>
            <a:r>
              <a:rPr lang="en-US" b="1" dirty="0" err="1"/>
              <a:t>figyelmet</a:t>
            </a:r>
            <a:r>
              <a:rPr lang="en-US" b="1" dirty="0"/>
              <a:t>! 🙌</a:t>
            </a:r>
          </a:p>
          <a:p>
            <a:r>
              <a:rPr lang="en-US" dirty="0" err="1"/>
              <a:t>Kérdések</a:t>
            </a:r>
            <a:r>
              <a:rPr lang="en-US" dirty="0"/>
              <a:t>?</a:t>
            </a:r>
          </a:p>
          <a:p>
            <a:r>
              <a:rPr lang="en-US" dirty="0" err="1"/>
              <a:t>Visszajelzés</a:t>
            </a:r>
            <a:r>
              <a:rPr lang="en-US" dirty="0"/>
              <a:t>?</a:t>
            </a:r>
          </a:p>
          <a:p>
            <a:r>
              <a:rPr lang="en-US" dirty="0" err="1"/>
              <a:t>Megoldások</a:t>
            </a:r>
            <a:r>
              <a:rPr lang="en-US" dirty="0"/>
              <a:t> </a:t>
            </a:r>
            <a:r>
              <a:rPr lang="en-US" dirty="0" err="1"/>
              <a:t>megosztása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092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256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Abadi</vt:lpstr>
      <vt:lpstr>Aptos</vt:lpstr>
      <vt:lpstr>Aptos Display</vt:lpstr>
      <vt:lpstr>Arial</vt:lpstr>
      <vt:lpstr>Calibri</vt:lpstr>
      <vt:lpstr>Segoe UI</vt:lpstr>
      <vt:lpstr>Office Theme</vt:lpstr>
      <vt:lpstr>Bevezetés az adattudományba</vt:lpstr>
      <vt:lpstr>PowerPoint Presentation</vt:lpstr>
      <vt:lpstr>Take the Python challenge  </vt:lpstr>
      <vt:lpstr>Lépések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dhulfiqar aalwahab</dc:creator>
  <cp:lastModifiedBy>dhulfiqar aalwahab</cp:lastModifiedBy>
  <cp:revision>3</cp:revision>
  <dcterms:created xsi:type="dcterms:W3CDTF">2025-09-08T20:32:51Z</dcterms:created>
  <dcterms:modified xsi:type="dcterms:W3CDTF">2025-09-09T12:06:02Z</dcterms:modified>
</cp:coreProperties>
</file>